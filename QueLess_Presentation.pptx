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Today we present QueLess — a smart virtual queue management system eliminating physical waiting lines for clinics, banks, salons, and government service centers.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queuing causes economic damage, psychological anxiety from uncertainty, infection risk in crowded health lobbies, and staff burnout from constant manual tracking and verbal inquiries.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QueLess has three synchronised tiers: a customer mobile web app for remote queuing, a high-velocity staff desk console, and a zero-hardware lobby TV screen with native audio chimes and synthetic voice announcements.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journey: discover branch → instant digital token → GPS-aware ETA → approaching alert → multi-modal audio call (TV + chime + voice) → QR scan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architecture maps 1:1 to the evaluation syllabus: multi-page SPA routing with React Router, Context API and Zustand-pattern state architecture, reusable FormField components with RFC validation, and comprehensive async loading and error handling.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QueLess delivers immediate, measurable ROI: 65% lower perceived wait time, 35% higher counter throughput, 80% fewer repeated reception queries, and zero hardware investment. Industry-agnostic from clinics to government offices.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QueLess is fully implemented, tested, and production-ready. It pairs technical rigour — atomic concurrency, dual-engine resilience, native browser audio — with a human-crafted polished UI. Thank you, we are ready for questions and live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23360" y="1097280"/>
            <a:ext cx="4114800" cy="347472"/>
          </a:xfrm>
          <a:prstGeom prst="roundRect">
            <a:avLst/>
          </a:prstGeom>
          <a:solidFill>
            <a:srgbClr val="122837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B8A6"/>
                </a:solidFill>
              </a:defRPr>
            </a:pPr>
            <a:r>
              <a:t>🎓  END-SEM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10360152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QueLess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103601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4B8A6"/>
                </a:solidFill>
              </a:defRPr>
            </a:pPr>
            <a:r>
              <a:t>Smart Virtual Queue Management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246120"/>
            <a:ext cx="944575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748B"/>
                </a:solidFill>
              </a:defRPr>
            </a:pPr>
            <a:r>
              <a:t>Full-stack • Hardware-free • Customers + Staff + Lobby TV synchronised in real-time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840480"/>
            <a:ext cx="2468880" cy="105156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📱 Remote Queuing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Join from anywhere on mobile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3840480"/>
            <a:ext cx="2468880" cy="105156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3913632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⏱️ Live Smart ETA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GPS distance + travel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3840480"/>
            <a:ext cx="2468880" cy="105156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3913632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📺 Lobby TV Mode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Auto voice + chime alerts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14816" y="3840480"/>
            <a:ext cx="2468880" cy="105156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913632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⚡ Zero Hardware</a:t>
            </a:r>
          </a:p>
          <a:p>
            <a:pPr>
              <a:spcBef>
                <a:spcPts val="300"/>
              </a:spcBef>
              <a:defRPr sz="900">
                <a:solidFill>
                  <a:srgbClr val="64748B"/>
                </a:solidFill>
              </a:defRPr>
            </a:pPr>
            <a:r>
              <a:t>Runs on any browser or TV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66360"/>
            <a:ext cx="10360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38BDF8"/>
                </a:solidFill>
              </a:defRPr>
            </a:pPr>
            <a:r>
              <a:t>React 19  •  Node.js + Express  •  MySQL 8  •  Web Audio &amp; Speech APIs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t>01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9087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Physical Queues Fail in the Modern 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35024"/>
            <a:ext cx="10908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Four real-world pain points that demand a digital solution.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210312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11679"/>
            <a:ext cx="50200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</a:defRPr>
            </a:pPr>
            <a:r>
              <a:t>📉 Wasted Productive Time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Billions of hours lost globally each year in static physical lines.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Customers have zero visibility into transaction duration or delays.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Work schedules, personal plans, and daily productivity all disrupted.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874519"/>
            <a:ext cx="5349240" cy="210312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2011679"/>
            <a:ext cx="50200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</a:defRPr>
            </a:pPr>
            <a:r>
              <a:t>🧠 Uncertainty &amp; Anxiety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Research: uncertain waiting feels 3× longer than transparent waiting.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Paper tokens offer no progress feedback or reassurance whatsoever.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Customers have no idea if the delay is 5 minutes or 50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42231"/>
            <a:ext cx="5349240" cy="210312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279391"/>
            <a:ext cx="50200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</a:defRPr>
            </a:pPr>
            <a:r>
              <a:t>🏥 Overcrowded Waiting Halls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Crowded clinic lobbies are prime hotspots for cross-contamination.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Patients forced to sit close together for extended unknown durations.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Particularly dangerous for elderly, immunocompromised, or post-surgery patients.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4142231"/>
            <a:ext cx="5349240" cy="2103120"/>
          </a:xfrm>
          <a:prstGeom prst="roundRect">
            <a:avLst/>
          </a:prstGeom>
          <a:solidFill>
            <a:srgbClr val="1A2E3A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4279391"/>
            <a:ext cx="50200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4B8A6"/>
                </a:solidFill>
              </a:defRPr>
            </a:pPr>
            <a:r>
              <a:t>🔥 Front-Desk Burnout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Staff field the same 'When is my turn?' question on repeat.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No data on counter throughput, delay patterns, or peak bottlenecks.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Walk-ins tracked manually on paper — high error rate and missed entries.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t>02 ·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9087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Introducing QueLess — A Unified Queue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35024"/>
            <a:ext cx="10908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Three perfectly synchronised touchpoints replacing the entire physical queuing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3566160" cy="4206240"/>
          </a:xfrm>
          <a:prstGeom prst="roundRect">
            <a:avLst/>
          </a:prstGeom>
          <a:solidFill>
            <a:srgbClr val="1A2E3A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65960"/>
            <a:ext cx="323697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4B8A6"/>
                </a:solidFill>
              </a:defRPr>
            </a:pPr>
            <a:r>
              <a:t>📱 Customer Web App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Discover businesses with live GPS distance &amp; crowd-load meter.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Join virtual queue remotely or book a future calendar slot.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Live status tracker: Waiting → Approaching → Now Serving.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Airline-style Digital Boarding Pass with scannable QR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828800"/>
            <a:ext cx="3566160" cy="42062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965960"/>
            <a:ext cx="323697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</a:defRPr>
            </a:pPr>
            <a:r>
              <a:t>🖥️ Staff Desk Console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JWT-authenticated workspace for desk operators and managers.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One-click: Call Next • Complete • No-Show • Hold / Skip.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5-second walk-in ticket generator for non-smartphone visitors.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Historical analytics: service duration and daily throughput.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828800"/>
            <a:ext cx="3566160" cy="42062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6" y="1965960"/>
            <a:ext cx="323697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</a:defRPr>
            </a:pPr>
            <a:r>
              <a:t>📺 Public Lobby TV Screen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Fullscreen signage mode at /display/:id on any TV browser.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High-contrast current-token cards with active counter badges.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Melodic chime via HTML5 Web Audio API (zero audio files).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Spoken voice: 'Token 42, Counter 2' via Web Speech API.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t>03 · 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9087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6-Stage Frictionless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35024"/>
            <a:ext cx="10908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From remote discovery to QR-verified service completion — fully synchronised.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3566160" cy="19202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38528"/>
            <a:ext cx="3273552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4B8A6"/>
                </a:solidFill>
              </a:defRPr>
            </a:pPr>
            <a:r>
              <a:t>STEP 01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🔍 Discover &amp; Select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</a:defRPr>
            </a:pPr>
            <a:r>
              <a:t>Customer finds a clinic, bank, or salon. Views live GPS distance, hours, and current crowd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828800"/>
            <a:ext cx="3566160" cy="19202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938528"/>
            <a:ext cx="3273552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4B8A6"/>
                </a:solidFill>
              </a:defRPr>
            </a:pPr>
            <a:r>
              <a:t>STEP 02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🎟️ Instant Virtual Token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</a:defRPr>
            </a:pPr>
            <a:r>
              <a:t>System assigns an atomic sequential token (e.g. A-42) and generates a Digital QR Boarding Pass.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828800"/>
            <a:ext cx="3566160" cy="19202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1938528"/>
            <a:ext cx="3273552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4B8A6"/>
                </a:solidFill>
              </a:defRPr>
            </a:pPr>
            <a:r>
              <a:t>STEP 03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⏱️ Dynamic Smart ETA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</a:defRPr>
            </a:pPr>
            <a:r>
              <a:t>Wait time calculated from queue depth, counter speed, and real-time GPS transit duration.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13632"/>
            <a:ext cx="3566160" cy="19202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023360"/>
            <a:ext cx="3273552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4B8A6"/>
                </a:solidFill>
              </a:defRPr>
            </a:pPr>
            <a:r>
              <a:t>STEP 04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🔔 Approaching Alert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</a:defRPr>
            </a:pPr>
            <a:r>
              <a:t>System auto-alerts customer when 2 tokens remain, prompting them to head to the counter.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3913632"/>
            <a:ext cx="3566160" cy="1920240"/>
          </a:xfrm>
          <a:prstGeom prst="roundRect">
            <a:avLst/>
          </a:prstGeom>
          <a:solidFill>
            <a:srgbClr val="1A2E3A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4023360"/>
            <a:ext cx="3273552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4B8A6"/>
                </a:solidFill>
              </a:defRPr>
            </a:pPr>
            <a:r>
              <a:t>STEP 05</a:t>
            </a:r>
          </a:p>
          <a:p>
            <a:pPr>
              <a:spcBef>
                <a:spcPts val="400"/>
              </a:spcBef>
              <a:defRPr sz="1200" b="1">
                <a:solidFill>
                  <a:srgbClr val="14B8A6"/>
                </a:solidFill>
              </a:defRPr>
            </a:pPr>
            <a:r>
              <a:t>🔊 Multi-Modal Call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</a:defRPr>
            </a:pPr>
            <a:r>
              <a:t>Staff taps 'Call Next'. TV flashes token, melodic chime rings, and voice announces the token aloud.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3913632"/>
            <a:ext cx="3566160" cy="19202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4023360"/>
            <a:ext cx="3273552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4B8A6"/>
                </a:solidFill>
              </a:defRPr>
            </a:pPr>
            <a:r>
              <a:t>STEP 06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✅ QR Verify &amp; Close</a:t>
            </a:r>
          </a:p>
          <a:p>
            <a:pPr>
              <a:spcBef>
                <a:spcPts val="500"/>
              </a:spcBef>
              <a:defRPr sz="950">
                <a:solidFill>
                  <a:srgbClr val="CBD5E1"/>
                </a:solidFill>
              </a:defRPr>
            </a:pPr>
            <a:r>
              <a:t>Staff scans the QR pass, completes service, and visit duration logs to the analytics database.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t>04 · SYLLABUS ARCHITECTURE &amp;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9087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React Architecture &amp; Syllabus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35024"/>
            <a:ext cx="10908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Engineered to demonstrate multi-page SPA routing, state architecture, and form handling.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49240" cy="2148840"/>
          </a:xfrm>
          <a:prstGeom prst="roundRect">
            <a:avLst/>
          </a:prstGeom>
          <a:solidFill>
            <a:srgbClr val="1A2E3A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65960"/>
            <a:ext cx="5020056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4B8A6"/>
                </a:solidFill>
              </a:defRPr>
            </a:pPr>
            <a:r>
              <a:t>🧭 Multi-Page SPA Navigation (React Router)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15+ declarative routes with zero page reloads.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Role guards (&lt;ProtectedRoute /&gt;) for Customer vs Staff.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Dynamic URL parameters (:businessId, :entryId).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Standalone /display/:id mode for public TV signage.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828800"/>
            <a:ext cx="5349240" cy="21488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965960"/>
            <a:ext cx="5020056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</a:defRPr>
            </a:pPr>
            <a:r>
              <a:t>🗄️ State Architecture &amp; Context API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Global State: AuthContext, ThemeContext, ToastContext.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Zustand-style reactive store (queueStore) via useSyncExternalStore.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Local State: Form inputs, touched states, timers.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Strict separation of concern without prop-drilling.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42232"/>
            <a:ext cx="5349240" cy="2148840"/>
          </a:xfrm>
          <a:prstGeom prst="roundRect">
            <a:avLst/>
          </a:prstGeom>
          <a:solidFill>
            <a:srgbClr val="1A2E3A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279392"/>
            <a:ext cx="5020056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4B8A6"/>
                </a:solidFill>
              </a:defRPr>
            </a:pPr>
            <a:r>
              <a:t>📝 Form Handling &amp; Validation Strategies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Reusable &lt;FormField /&gt; &amp; &lt;FormSelect /&gt; input components.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Client-side RFC email regex &amp; 10-digit phone verification.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Live password complexity evaluator with 4-level strength bar.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Accessible ARIA error states and real-time touched feedback.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4142232"/>
            <a:ext cx="5349240" cy="21488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504" y="4279392"/>
            <a:ext cx="5020056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</a:defRPr>
            </a:pPr>
            <a:r>
              <a:t>⚡ Async State &amp; Error Handling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&lt;AsyncHandler /&gt; standardizing Loading / Error / Empty / Success.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React 19 Error Boundary catching render-tree errors.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Dual-engine fallback: MySQL local + in-browser reactive DB.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Toast feedback for asynchronous user operations.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8BDF8"/>
                </a:solidFill>
              </a:defRPr>
            </a:pPr>
            <a:r>
              <a:t>05 · IMPACT &amp;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04672"/>
            <a:ext cx="1090879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Measurable Value Across Industries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35024"/>
            <a:ext cx="1090879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Immediate ROI on day one — no hardware, no complex setup.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697480" cy="12344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01952"/>
            <a:ext cx="251460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t>65%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Stress Reduction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Perceived wait time drop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1828800"/>
            <a:ext cx="2697480" cy="12344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901952"/>
            <a:ext cx="251460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t>35%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Higher Throughput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More customers / counter /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5936" y="1828800"/>
            <a:ext cx="2697480" cy="12344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1901952"/>
            <a:ext cx="251460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t>80%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Inquiry Drop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Fewer 'When is my turn?' calls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1828800"/>
            <a:ext cx="2697480" cy="12344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90304" y="1901952"/>
            <a:ext cx="251460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8BDF8"/>
                </a:solidFill>
              </a:defRPr>
            </a:pPr>
            <a:r>
              <a:t>₹0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Hardware Cost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Runs on any phone or smart TV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91840"/>
            <a:ext cx="2697480" cy="21488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2368296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</a:defRPr>
            </a:pPr>
            <a:r>
              <a:t>🏥 Healthcare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Triage walk-ins vs OPD appointments.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Eliminate crowded waiting halls.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Cut nosocomial infection risks.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93008" y="3291840"/>
            <a:ext cx="2697480" cy="21488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3429000"/>
            <a:ext cx="2368296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</a:defRPr>
            </a:pPr>
            <a:r>
              <a:t>🏦 Banking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Route customers across Cashier, Loan, Account desks.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Multi-counter queue routing.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Full digital audit trail.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5936" y="3291840"/>
            <a:ext cx="2697480" cy="214884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3429000"/>
            <a:ext cx="2368296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</a:defRPr>
            </a:pPr>
            <a:r>
              <a:t>💇 Salons &amp; Spas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Clients wait comfortably in nearby cafes.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Accurate service duration estimates.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Eliminates scheduling overlaps.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98864" y="3291840"/>
            <a:ext cx="2697480" cy="2148840"/>
          </a:xfrm>
          <a:prstGeom prst="roundRect">
            <a:avLst/>
          </a:prstGeom>
          <a:solidFill>
            <a:srgbClr val="1A2E3A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3456" y="3429000"/>
            <a:ext cx="2368296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14B8A6"/>
                </a:solidFill>
              </a:defRPr>
            </a:pPr>
            <a:r>
              <a:t>🏛️ Govt. Offices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Handle high-volume citizen services.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Fullscreen TV + voice announcement mode.</a:t>
            </a:r>
          </a:p>
          <a:p>
            <a:pPr>
              <a:spcBef>
                <a:spcPts val="300"/>
              </a:spcBef>
              <a:defRPr sz="950">
                <a:solidFill>
                  <a:srgbClr val="CBD5E1"/>
                </a:solidFill>
              </a:defRPr>
            </a:pPr>
            <a:r>
              <a:t>•  Complete fairness audit log.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0" y="914400"/>
            <a:ext cx="4846320" cy="365760"/>
          </a:xfrm>
          <a:prstGeom prst="roundRect">
            <a:avLst/>
          </a:prstGeom>
          <a:solidFill>
            <a:srgbClr val="122837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4B8A6"/>
                </a:solidFill>
              </a:defRPr>
            </a:pPr>
            <a:r>
              <a:t>✨  FULL-STACK CAPSTONE — COMPLETE &amp; PRODUCTION-READY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QueLess bridges physical reality with digital convenience.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9966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50">
                <a:solidFill>
                  <a:srgbClr val="64748B"/>
                </a:solidFill>
              </a:defRPr>
            </a:pPr>
            <a:r>
              <a:t>Replacing stressful waiting rooms with calm, transparent, remote virtual queues — giving customers their time 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08960"/>
            <a:ext cx="3383280" cy="118872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0040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⚛️  Complete Full-Stack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React 19 + Express + MySQL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108960"/>
            <a:ext cx="3383280" cy="118872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320040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14B8A6"/>
                </a:solidFill>
              </a:defRPr>
            </a:pPr>
            <a:r>
              <a:t>🛡️  Zero-Crash Resilience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Auto in-browser DB fallback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3108960"/>
            <a:ext cx="3383280" cy="1188720"/>
          </a:xfrm>
          <a:prstGeom prst="roundRect">
            <a:avLst/>
          </a:prstGeom>
          <a:solidFill>
            <a:srgbClr val="1A2538"/>
          </a:solidFill>
          <a:ln w="12700">
            <a:solidFill>
              <a:srgbClr val="2D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200400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🔊  Native Browser APIs</a:t>
            </a:r>
          </a:p>
          <a:p>
            <a:pPr algn="ctr">
              <a:defRPr sz="950">
                <a:solidFill>
                  <a:srgbClr val="64748B"/>
                </a:solidFill>
              </a:defRPr>
            </a:pPr>
            <a:r>
              <a:t>Zero external hardware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72000"/>
            <a:ext cx="103601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Thank you — Open for Questions &amp; Live Demo 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