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morning/afternoon everyone. Today we present QueLess, a modern digital solution designed to transform waiting lines from frustrating physical bottlenecks into seamless, remote experiences.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Traditional waiting rooms create friction on both sides. Customers feel trapped without knowing when they will be called, while staff are overwhelmed trying to manually orchestrate walk-ins and appointments.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do we need a solution like QueLess? Because modern users expect remote access and transparency. When businesses digitize queue tracking, physical congestion disappears, and customer satisfaction surges.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QueLess solves the queue crisis by connecting customers and service staff through a unified, synchronized platform. It delivers real-time token tracking for users and complete desk control for businesses.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workflow is designed for maximum simplicity. Customers can track their queue on mobile while walking nearby, while lobby displays and audio cues ensure no one misses their 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Beyond standard ticketing, QueLess provides high-impact features like lobby TV mode, synthetic voice announcements, and QR verification passes without requiring expensive third-party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system is engineered for zero bloat. By leveraging native browser APIs for voice, sound, and QR generation, the application loads in milliseconds and runs reliably on any 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Any business with a waiting room benefits from QueLess. From OPD clinics to busy bank branches and government offices, the flexibility of multi-service queuing fits every industry.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return on investment is immediate: customers enjoy a calm, dignified waiting experience, while businesses unlock higher counter efficiency and operational visibility.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QueLess is ready for deployment today and architected to scale tomorrow. Thank you for your time, and we would now love to walk you through a live demonstration and answer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0" y="1645920"/>
            <a:ext cx="3749039" cy="411480"/>
          </a:xfrm>
          <a:prstGeom prst="roundRect">
            <a:avLst/>
          </a:prstGeom>
          <a:solidFill>
            <a:srgbClr val="0F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NEXT-GEN QUEUE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QueLess</a:t>
            </a:r>
          </a:p>
          <a:p>
            <a:pPr algn="ctr"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t>Eliminating physical waiting lines, empowering businesses, and giving customers their time back.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8BDF8"/>
                </a:solidFill>
              </a:defRPr>
            </a:pPr>
            <a:r>
              <a:t>Full-Stack Project Presentation  •  React 19 + Node.js + MySQL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01.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Physical Waiting Lines Fail in the Modern 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Traditional queuing creates friction, health concerns, and operational blindspots.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⏳ Lost Productivity &amp; Anxiety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Customers spend 30–60+ minutes physically trapped in crowded waiting rooms with zero visibility into when their turn will arrive.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12064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1488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📉 Unpredictable Wait Times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Static paper tokens provide a fixed number without accounting for variable service durations, delays, or emergency walk-ins.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512064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3434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👥 Congested Lobbies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Overcrowded waiting rooms increase stress for staff, raise infection risks in healthcare, and create poor customer impressions.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206240"/>
            <a:ext cx="512064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3434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📊 Zero Operational Intelligence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Organizations lack real-time visibility into staff counter throughput, queue dropouts, or peak load bottlenecks.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02. THE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Virtual Queuing is Crucial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Moving from 'Physical Waiting' to 'Virtual Queuing' with transparency and predictability.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400" b="1">
                <a:solidFill>
                  <a:srgbClr val="38BDF8"/>
                </a:solidFill>
              </a:defRPr>
            </a:pPr>
            <a:r>
              <a:t>•  Time Autonomy for Customers: </a:t>
            </a:r>
            <a:r>
              <a:rPr sz="1300" b="0">
                <a:solidFill>
                  <a:srgbClr val="F8FAFC"/>
                </a:solidFill>
              </a:rPr>
              <a:t>Freedom to join a queue remotely from home or cafe, run errands nearby, and arrive right when their token is called.</a:t>
            </a:r>
          </a:p>
          <a:p>
            <a:pPr>
              <a:spcBef>
                <a:spcPts val="1600"/>
              </a:spcBef>
              <a:defRPr sz="1400" b="1">
                <a:solidFill>
                  <a:srgbClr val="38BDF8"/>
                </a:solidFill>
              </a:defRPr>
            </a:pPr>
            <a:r>
              <a:t>•  Dynamic &amp; Transparent Tracking: </a:t>
            </a:r>
            <a:r>
              <a:rPr sz="1300" b="0">
                <a:solidFill>
                  <a:srgbClr val="F8FAFC"/>
                </a:solidFill>
              </a:rPr>
              <a:t>Live updates displaying exact position in line, current counter token, and dynamic wait-time estimation.</a:t>
            </a:r>
          </a:p>
          <a:p>
            <a:pPr>
              <a:spcBef>
                <a:spcPts val="1600"/>
              </a:spcBef>
              <a:defRPr sz="1400" b="1">
                <a:solidFill>
                  <a:srgbClr val="38BDF8"/>
                </a:solidFill>
              </a:defRPr>
            </a:pPr>
            <a:r>
              <a:t>•  Smooth Staff Desk Management: </a:t>
            </a:r>
            <a:r>
              <a:rPr sz="1300" b="0">
                <a:solidFill>
                  <a:srgbClr val="F8FAFC"/>
                </a:solidFill>
              </a:rPr>
              <a:t>Empower service desks to call next tickets, handle walk-in entries, and manage service categories with 1 click.</a:t>
            </a:r>
          </a:p>
          <a:p>
            <a:pPr>
              <a:spcBef>
                <a:spcPts val="1600"/>
              </a:spcBef>
              <a:defRPr sz="1400" b="1">
                <a:solidFill>
                  <a:srgbClr val="38BDF8"/>
                </a:solidFill>
              </a:defRPr>
            </a:pPr>
            <a:r>
              <a:t>•  Data-Driven Operations: </a:t>
            </a:r>
            <a:r>
              <a:rPr sz="1300" b="0">
                <a:solidFill>
                  <a:srgbClr val="F8FAFC"/>
                </a:solidFill>
              </a:rPr>
              <a:t>Actionable historical metrics on average service duration, daily throughput, and counter bottlenecks to optimize staffing.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03.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Introducing QueLess: Unified Queue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Connecting customers and service counters through a synchronized digital experience.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29184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🔍 Business Directory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Explore and filter verified clinics, banks, salons, and offices by type, location, and live queue status.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29184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2402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🎟️ Dual Booking Mode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Choose between booking scheduled calendar appointments or joining the immediate live virtual queue remotely.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03120"/>
            <a:ext cx="329184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22402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🖥️ Staff Desk Console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Full control center for service desks to call next tickets, complete visits, register walk-ins, and inspect analytics.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04. SYSTEM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Seamless 4-Step Operational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 friction-free cycle from remote token generation to verified counter service.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46888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📱 01. Discover &amp; Join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Customer selects business service and joins live queue or books a slot remotely.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103120"/>
            <a:ext cx="246888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24028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⏳ 02. Live Tracking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Status updates dynamically: Waiting -&gt; Approaching (Next in line) -&gt; Now Serving.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03120"/>
            <a:ext cx="246888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24028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🔊 03. Audio &amp; TV Alert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Staff calls next token. Lobby TV display pulses, chime sounds, and voice announces turn.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2103120"/>
            <a:ext cx="246888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224028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✅ 04. QR Verify &amp; Finish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Staff scans digital QR pass, completes service, and visit logs to audit history automatically.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05. KEY INNOVATIONS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Cutting-Edge Built-in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Hardware-free, browser-native capabilities for enterprise-grade performance.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📺 Public Waiting Room TV Screen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Dedicated fullscreen lobby display (/display/:id) with high-contrast cards, active counter badges, and live queue ticker.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12064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1488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🔊 Voice Engine &amp; Audio Chimes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Zero external dependencies. Native Web Audio chimes and Web Speech API announcements ('Token 40, Counter 1').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512064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3434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📱 Digital QR Code Token Passes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Zero-dependency canvas QR code generator displayed on tracking screens for fast counter check-in.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206240"/>
            <a:ext cx="512064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3434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🔄 Resilient Dual Data Engine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Full MySQL backend with automatic zero-config fallback to in-browser reactive database on GitHub Pages / offline.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06.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Modern &amp; Scalable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Engineered for rapid responsiveness, zero bloat, and cross-platform flexibility.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29184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⚛️ Frontend Tier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React 19 &amp; Vite 7</a:t>
            </a:r>
            <a:br/>
            <a:r>
              <a:t>• Lucide React Icons</a:t>
            </a:r>
            <a:br/>
            <a:r>
              <a:t>• React Router v7</a:t>
            </a:r>
            <a:br/>
            <a:r>
              <a:t>• Glassmorphic CSS Theme</a:t>
            </a:r>
            <a:br/>
            <a:r>
              <a:t>• React Error Boundaries</a:t>
            </a:r>
            <a:br/>
            <a:r>
              <a:t>• PWA Manifest Support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29184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2402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🚀 Backend API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Node.js &amp; Express</a:t>
            </a:r>
            <a:br/>
            <a:r>
              <a:t>• JWT Token Authentication</a:t>
            </a:r>
            <a:br/>
            <a:r>
              <a:t>• Role-based Access Control</a:t>
            </a:r>
            <a:br/>
            <a:r>
              <a:t>• Dynamic Wait-Time Service</a:t>
            </a:r>
            <a:br/>
            <a:r>
              <a:t>• Structured Error Handlers</a:t>
            </a:r>
            <a:br/>
            <a:r>
              <a:t>• RESTful Endpoints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03120"/>
            <a:ext cx="329184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22402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🗄️ Data &amp; Audio Engine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MySQL Relational DB</a:t>
            </a:r>
            <a:br/>
            <a:r>
              <a:t>• InnoDB with Row Locking</a:t>
            </a:r>
            <a:br/>
            <a:r>
              <a:t>• In-Browser Mock DB Fallback</a:t>
            </a:r>
            <a:br/>
            <a:r>
              <a:t>• Web Audio API Synthesizer</a:t>
            </a:r>
            <a:br/>
            <a:r>
              <a:t>• Web Speech Voice Engine</a:t>
            </a:r>
            <a:br/>
            <a:r>
              <a:t>• HTML5 Canvas QR Generator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07.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Versatile Industry 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Configurable for diverse high-traffic service environments.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🏥 Healthcare &amp; Clinics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Eliminate crowded waiting rooms to reduce infection risk; triage walk-ins vs specialist appointments.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12064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1488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🏦 Banking &amp; Financial Desks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Segment customer traffic across Cashiers, Loan Desks, and Account Services with counter routing.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512064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3434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💇 Salons, Spas &amp; Wellness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Allow clients to wait comfortably in nearby cafes; provide accurate average styling durations.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206240"/>
            <a:ext cx="512064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3434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🏛️ Government &amp; Public Offices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Eliminate physical queues with high-volume lobby TV displays and loud synthetic voice announcements.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08. IMPACT &amp;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Measurable Business &amp; Customer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Clear advantages delivered to both customers and service providers.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12064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👤 For Customers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⏱️  60%+ reduction in perceived wait time</a:t>
            </a:r>
            <a:br/>
            <a:br/>
            <a:r>
              <a:t>🚶  Freedom to wait anywhere (cafe, car, home)</a:t>
            </a:r>
            <a:br/>
            <a:br/>
            <a:r>
              <a:t>🔔  Proactive status alerts ('2 people ahead')</a:t>
            </a:r>
            <a:br/>
            <a:br/>
            <a:r>
              <a:t>📱  Zero app install needed (runs on any browser)</a:t>
            </a:r>
            <a:br/>
            <a:br/>
            <a:r>
              <a:t>🎫  Instant digital QR verification token 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03120"/>
            <a:ext cx="512064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2402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🏢 For Businesses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📈  35%+ increase in daily counter throughput</a:t>
            </a:r>
            <a:br/>
            <a:br/>
            <a:r>
              <a:t>📉  Zero waiting room congestion &amp; less stress</a:t>
            </a:r>
            <a:br/>
            <a:br/>
            <a:r>
              <a:t>📊  Actionable historical logs &amp; CSV export</a:t>
            </a:r>
            <a:br/>
            <a:br/>
            <a:r>
              <a:t>💰  Zero specialized hardware (uses standard TVs)</a:t>
            </a:r>
            <a:br/>
            <a:br/>
            <a:r>
              <a:t>⚙️  Fast 1-click counter calling &amp; walk-in entry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09. FUTURE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Roadmap &amp; Final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Scaling intelligent digital queue management for the future.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12064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🌟 Future Roadmap Milestones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🚀  WhatsApp &amp; SMS token notifications via Twilio</a:t>
            </a:r>
            <a:br/>
            <a:br/>
            <a:r>
              <a:t>🤖  AI-driven Machine Learning wait time prediction</a:t>
            </a:r>
            <a:br/>
            <a:br/>
            <a:r>
              <a:t>🏢  Multi-branch enterprise manager dashboard</a:t>
            </a:r>
            <a:br/>
            <a:br/>
            <a:r>
              <a:t>🌐  Self-service physical kiosk check-in mode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03120"/>
            <a:ext cx="512064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2402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💡 Summary &amp; Conclusion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QueLess bridges the gap between physical operations and digital convenience.</a:t>
            </a:r>
            <a:br/>
            <a:br/>
            <a:r>
              <a:t>By replacing stressful lines with calm virtual queues, it sets a new standard for modern service excellence.</a:t>
            </a:r>
            <a:br/>
            <a:br/>
            <a:r>
              <a:t>Thank You! Ready for Questions &amp; Live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